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4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r>
              <a:rPr lang="en-US" sz="2000" dirty="0" err="1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r>
              <a:rPr lang="en-US" sz="2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Encoder Representations from Transformers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70473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br>
              <a:rPr lang="en-US" sz="2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Ahmed</a:t>
            </a:r>
            <a:b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Osama</a:t>
            </a:r>
            <a:b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Mohamed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Pre-training · Training Libraries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1234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BERT?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3383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3429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Tasks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1188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04688" y="1234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2286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04688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Libraries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411480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3383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04688" y="3429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What is BERT?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language model that reads text in both directions simultaneously — unlike previous models that read left-to-right only.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Google AI in 2018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Transformer architecture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3.3 billion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11 NLP benchmarks when released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108960" cy="365760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Direction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1508760"/>
            <a:ext cx="2834640" cy="64008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5819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→  left-to-right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2286000"/>
            <a:ext cx="2834640" cy="64008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359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←→ two separate passes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3063240"/>
            <a:ext cx="2834640" cy="64008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3136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←→ truly bidirectional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530352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Attention heads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4023360" cy="530352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Hidden size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Parameters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02336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886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4023360" cy="530352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Transformer layers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9842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02996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Attention heads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551176"/>
            <a:ext cx="4023360" cy="530352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59689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Hidden size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311810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340M Parameters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85876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Transformer layer contains: Self-Attention → Add &amp; Norm → Feed-Forward → Add &amp; Norm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Token Embeddings + Segment Embeddings + Position Embeddings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Pre-training Tasks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205740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Masked Language Model (MLM)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of tokens are randomly masked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predicts the masked word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Forces bidirectional understanding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2057400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9326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Next Sentence Prediction (NSP)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receives two sentences A, 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Predicts: is B the real next sentence?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real pairs, 50% random pairs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1783080"/>
          </a:xfrm>
          <a:prstGeom prst="rect">
            <a:avLst/>
          </a:prstGeom>
          <a:solidFill>
            <a:srgbClr val="F3E5F5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Example: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 "The cat sat on the [MASK]"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 "mat"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 learns context from BOTH left and right of [MASK]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Fine-tuning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pre-training, BERT is fine-tuned on specific tasks by adding a small output layer: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[CLS] token output → softmax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 Sentiment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3957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start/end span in passage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3957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benchmark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E8EAF6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369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23697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token with entity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2369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Organization, Location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7822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Similarity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07822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sentence embeddings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40782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 Libraries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Hugging Face Transformers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987552"/>
            <a:ext cx="1097280" cy="3017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0" y="9875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library. Easy-to-use API for loading, fine-tuning, and deploying BERT models.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35331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BertModel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BertModel.from_pretrained("bert-base-uncased")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359152"/>
            <a:ext cx="1097280" cy="3017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23591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framework. Hugging Face uses it under the hood. Full control over training loops.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72491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training loop with optimizer, loss, etc.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412480" cy="1234440"/>
          </a:xfrm>
          <a:prstGeom prst="rect">
            <a:avLst/>
          </a:prstGeom>
          <a:solidFill>
            <a:srgbClr val="F1F8E9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30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3730752"/>
            <a:ext cx="1097280" cy="30175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37307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framework. Also supported by Hugging Face with TFBertModel class.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409651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TFBertModel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TFBertModel.from_pretrained("bert-base-uncased")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37160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1005840"/>
            <a:ext cx="6995160" cy="5943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is a bidirectional Transformer pre-trained on massive text corpora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137160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1755648"/>
            <a:ext cx="6995160" cy="5943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1755648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Transformer layers with self-attention (Base &amp; Large variants)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137160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2505456"/>
            <a:ext cx="6995160" cy="5943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20240" y="2505456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 + Next Sentence Prediction tasks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137160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2552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3255264"/>
            <a:ext cx="6995160" cy="5943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3255264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small output layer for any downstream NLP task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137160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0050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83080" y="4005072"/>
            <a:ext cx="6995160" cy="5943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20240" y="4005072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is the go-to library (PyTorch / TensorFlow backend)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490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BERT: Bidirectional Encoder Representations from Transformers</dc:title>
  <dc:subject>PptxGenJS Presentation</dc:subject>
  <dc:creator>PptxGenJS</dc:creator>
  <cp:lastModifiedBy>Nour Ahmed</cp:lastModifiedBy>
  <cp:revision>2</cp:revision>
  <dcterms:created xsi:type="dcterms:W3CDTF">2026-04-28T14:44:35Z</dcterms:created>
  <dcterms:modified xsi:type="dcterms:W3CDTF">2026-04-28T14:53:49Z</dcterms:modified>
</cp:coreProperties>
</file>
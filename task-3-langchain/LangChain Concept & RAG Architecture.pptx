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D3929D-DCDA-46BF-929B-E89103A18C6B}">
  <a:tblStyle styleId="{93D3929D-DCDA-46BF-929B-E89103A18C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Urbanis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Urbanis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0980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LangChain: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The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RAG</a:t>
            </a: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Framework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767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Building Intelligent Document Assistants with Retrieval-Augmented Generation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95275" y="3119437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Modern AI Orchestration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358616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Why static LLMs are not enough for enterprise documents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7462"/>
            <a:ext cx="523875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57462"/>
            <a:ext cx="5238750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962025" y="2947987"/>
            <a:ext cx="46805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 Framework for LLMs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62025" y="3376612"/>
            <a:ext cx="44577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LangChain is an open-source framework designed to simplify the creation of applications using large language models (LLMs) by providing a modular architecture.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772275" y="2947987"/>
            <a:ext cx="46805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Bridging Context &amp; Intelligence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72275" y="3376612"/>
            <a:ext cx="44577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It allows developers to "chain" different components like data loaders, vector databases, and prompt templates to build context-aware applications.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LangChain?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2876550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Retrieval-Augmented Generation (RAG)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overcomes the limitations of LLM knowledge cut-offs by fetching relevant data before generating a response.</a:t>
            </a:r>
            <a:endParaRPr/>
          </a:p>
        </p:txBody>
      </p:sp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0250"/>
            <a:ext cx="18669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14400" y="402907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952500" y="402907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Reduces hallucinations by using ground truth.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14400" y="4343400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52500" y="4343400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Ensures responses are based strictly on private data.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14400" y="465772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465772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Enables real-time knowledge updates.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RAG Concept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34924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66950"/>
            <a:ext cx="3492549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266950"/>
            <a:ext cx="349240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94228" y="3333750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Ingestion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66775" y="3762375"/>
            <a:ext cx="29018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Extracting raw text from PDF and DOCX files using libraries like PyPDF2 and Python-Docx.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572375" y="3333750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Chunking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644925" y="37623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Splitting text into overlapping segments to maintain context and fit within model limits.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350679" y="3333750"/>
            <a:ext cx="30469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Vector Storage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423225" y="3762375"/>
            <a:ext cx="29018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Converting text into embeddings and storing them in ChromaDB for high-speed retrieval.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6725" y="2600325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26003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4600" y="260032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Development Pipeline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2714625"/>
            <a:ext cx="523875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500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4505325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Standard Chunk Size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381750" y="294798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Power of Granularity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381750" y="3376612"/>
            <a:ext cx="52387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By using a chunk size of 500 characters with a 100-character overlap, the system ensures that relevant snippets are easily identifiable by the vector database without losing semantic continuity.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Optimizing Retrieval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0250"/>
            <a:ext cx="21431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2738437"/>
            <a:ext cx="5238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HuggingFace Embeddings: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Utilizing e5-large-v2 for dense vector representation.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356711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ChromaDB: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 open-source vector store for efficient semantic search.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71500" y="438626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ChatOpenAI (GPT-4o-mini):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reasoning engine processed via OpenRouter.</a:t>
            </a:r>
            <a:endParaRPr/>
          </a:p>
        </p:txBody>
      </p:sp>
      <p:pic>
        <p:nvPicPr>
          <p:cNvPr descr="image.png" id="163" name="Google Shape;1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813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0997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29125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Technical Stack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20"/>
          <p:cNvGraphicFramePr/>
          <p:nvPr/>
        </p:nvGraphicFramePr>
        <p:xfrm>
          <a:off x="571500" y="2447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{93D3929D-DCDA-46BF-929B-E89103A18C6B}</a:tableStyleId>
              </a:tblPr>
              <a:tblGrid>
                <a:gridCol w="2105325"/>
                <a:gridCol w="2488100"/>
                <a:gridCol w="6455575"/>
              </a:tblGrid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Streamlit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 interface and session state management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LangChain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Orchestration of retrieval and QA chains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Intelligence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GPT-4o-mini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Final answer synthesis based on context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Chroma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Local vector database for fast similarity 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20"/>
          <p:cNvSpPr/>
          <p:nvPr/>
        </p:nvSpPr>
        <p:spPr>
          <a:xfrm>
            <a:off x="571500" y="3614737"/>
            <a:ext cx="21053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676822" y="3614737"/>
            <a:ext cx="24881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164931" y="3614737"/>
            <a:ext cx="64555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71500" y="4186237"/>
            <a:ext cx="21053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676822" y="4186237"/>
            <a:ext cx="24881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164931" y="4186237"/>
            <a:ext cx="64555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71500" y="4757737"/>
            <a:ext cx="21053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676822" y="4757737"/>
            <a:ext cx="24881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164931" y="4757737"/>
            <a:ext cx="64555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71500" y="5329237"/>
            <a:ext cx="21053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676822" y="5329237"/>
            <a:ext cx="24881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164931" y="5329237"/>
            <a:ext cx="645556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Component Breakdown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71500" y="45624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RAG significantly reduces hallucinations by grounding responses in specific document context.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Performance Advantage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466975"/>
            <a:ext cx="762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Framework Growth Trends</a:t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359806" y="2238375"/>
            <a:ext cx="8891111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Future-Proofing Intelligence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995362" y="3438525"/>
            <a:ext cx="762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LangChain is transforming how businesses interact with their own data, moving from simple search to conversational insight.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